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7" r:id="rId2"/>
    <p:sldId id="258" r:id="rId3"/>
    <p:sldId id="26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2837"/>
    <a:srgbClr val="4D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514" y="-7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7F873-2CC2-4F67-9ABD-6335AE53DD17}" type="datetimeFigureOut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9517D-D100-4F15-967A-4278492B0FA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78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B4DEE-9780-458D-9593-4B3DD9736887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標題 1"/>
          <p:cNvSpPr>
            <a:spLocks noGrp="1"/>
          </p:cNvSpPr>
          <p:nvPr>
            <p:ph type="ctrTitle"/>
          </p:nvPr>
        </p:nvSpPr>
        <p:spPr>
          <a:xfrm>
            <a:off x="1691680" y="2708920"/>
            <a:ext cx="6404913" cy="794519"/>
          </a:xfrm>
          <a:prstGeom prst="rect">
            <a:avLst/>
          </a:prstGeom>
        </p:spPr>
        <p:txBody>
          <a:bodyPr/>
          <a:lstStyle>
            <a:lvl1pPr algn="l">
              <a:defRPr sz="4800" b="1">
                <a:solidFill>
                  <a:srgbClr val="B82837"/>
                </a:solidFill>
              </a:defRPr>
            </a:lvl1pPr>
          </a:lstStyle>
          <a:p>
            <a:r>
              <a:rPr lang="zh-TW" altLang="en-US" dirty="0" smtClean="0"/>
              <a:t>按一下以編輯母片標題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 hasCustomPrompt="1"/>
          </p:nvPr>
        </p:nvSpPr>
        <p:spPr>
          <a:xfrm>
            <a:off x="6588225" y="4652640"/>
            <a:ext cx="2448271" cy="57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 smtClean="0"/>
              <a:t>編輯簡報部門</a:t>
            </a:r>
            <a:r>
              <a:rPr lang="en-US" altLang="zh-TW" dirty="0" smtClean="0"/>
              <a:t>/</a:t>
            </a:r>
            <a:r>
              <a:rPr lang="zh-TW" altLang="en-US" dirty="0" smtClean="0"/>
              <a:t>日期</a:t>
            </a:r>
          </a:p>
        </p:txBody>
      </p:sp>
      <p:sp>
        <p:nvSpPr>
          <p:cNvPr id="18" name="文字版面配置區 17"/>
          <p:cNvSpPr>
            <a:spLocks noGrp="1"/>
          </p:cNvSpPr>
          <p:nvPr>
            <p:ph type="body" sz="quarter" idx="14" hasCustomPrompt="1"/>
          </p:nvPr>
        </p:nvSpPr>
        <p:spPr>
          <a:xfrm>
            <a:off x="1691680" y="3573016"/>
            <a:ext cx="4968527" cy="72008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anose="05000000000000000000" pitchFamily="2" charset="2"/>
              <a:buChar char="n"/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zh-TW" altLang="en-US" dirty="0" smtClean="0"/>
              <a:t>編輯母片副標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09548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39"/>
            <a:ext cx="9144000" cy="6839712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184AD-EC91-4A63-831E-186B2B513E1D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1" name="內容版面配置區 20"/>
          <p:cNvSpPr>
            <a:spLocks noGrp="1"/>
          </p:cNvSpPr>
          <p:nvPr>
            <p:ph sz="quarter" idx="13"/>
          </p:nvPr>
        </p:nvSpPr>
        <p:spPr>
          <a:xfrm>
            <a:off x="1403648" y="1052736"/>
            <a:ext cx="7272338" cy="5113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7244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78CC0-FA76-4D42-91F5-593F1F655B9D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4"/>
          </p:nvPr>
        </p:nvSpPr>
        <p:spPr>
          <a:xfrm>
            <a:off x="1763688" y="2802632"/>
            <a:ext cx="6624736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3600" b="1"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3200" b="1"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800" b="1"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800" b="1"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752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78CC0-FA76-4D42-91F5-593F1F655B9D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版面配置區 10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332656"/>
            <a:ext cx="6912768" cy="7703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 smtClean="0"/>
              <a:t>按一下以新增文字</a:t>
            </a:r>
            <a:endParaRPr lang="zh-TW" altLang="en-US" dirty="0"/>
          </a:p>
        </p:txBody>
      </p:sp>
      <p:sp>
        <p:nvSpPr>
          <p:cNvPr id="10" name="內容版面配置區 2"/>
          <p:cNvSpPr>
            <a:spLocks noGrp="1"/>
          </p:cNvSpPr>
          <p:nvPr>
            <p:ph sz="quarter" idx="14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1855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4D38-9E47-4543-A31E-3F201BF66061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39552" y="260648"/>
            <a:ext cx="6840760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3600" b="1" i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870248"/>
            <a:ext cx="6840760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>
                <a:ln>
                  <a:noFill/>
                </a:ln>
                <a:solidFill>
                  <a:srgbClr val="C9A063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zh-TW" altLang="en-US" dirty="0" smtClean="0"/>
              <a:t>按一下以新增文字</a:t>
            </a:r>
            <a:endParaRPr lang="en-US" dirty="0" smtClean="0"/>
          </a:p>
        </p:txBody>
      </p:sp>
      <p:sp>
        <p:nvSpPr>
          <p:cNvPr id="14" name="內容版面配置區 2"/>
          <p:cNvSpPr>
            <a:spLocks noGrp="1"/>
          </p:cNvSpPr>
          <p:nvPr>
            <p:ph sz="quarter" idx="15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6038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212F-E8B0-4C7E-82D1-6253708D3A7A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文字版面配置區 10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332656"/>
            <a:ext cx="6912768" cy="7703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 smtClean="0"/>
              <a:t>按一下以新增文字</a:t>
            </a:r>
            <a:endParaRPr lang="zh-TW" altLang="en-US" dirty="0"/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4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8690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EDB3B-361C-4720-A034-718A5140DA60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39552" y="260648"/>
            <a:ext cx="6840760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3600" b="1" i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870248"/>
            <a:ext cx="6840760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>
                <a:ln>
                  <a:noFill/>
                </a:ln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zh-TW" altLang="en-US" dirty="0" smtClean="0"/>
              <a:t>按一下以新增文字</a:t>
            </a:r>
            <a:endParaRPr lang="en-US" dirty="0" smtClean="0"/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5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750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56DCE-05A7-458A-BBE1-5AC63616BEBF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版面配置區 10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332656"/>
            <a:ext cx="6912768" cy="77038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000" b="1">
                <a:solidFill>
                  <a:schemeClr val="tx2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 smtClean="0"/>
              <a:t>按一下以新增文字</a:t>
            </a:r>
            <a:endParaRPr lang="zh-TW" altLang="en-US" dirty="0"/>
          </a:p>
        </p:txBody>
      </p:sp>
      <p:sp>
        <p:nvSpPr>
          <p:cNvPr id="11" name="內容版面配置區 2"/>
          <p:cNvSpPr>
            <a:spLocks noGrp="1"/>
          </p:cNvSpPr>
          <p:nvPr>
            <p:ph sz="quarter" idx="14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5978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頁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CBA3-13DE-441C-9982-E9B483A93CCC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39552" y="260648"/>
            <a:ext cx="6840760" cy="6096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3600" b="1" i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552" y="870248"/>
            <a:ext cx="6840760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400" b="1">
                <a:ln>
                  <a:noFill/>
                </a:ln>
                <a:solidFill>
                  <a:srgbClr val="B828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zh-TW" altLang="en-US" dirty="0" smtClean="0"/>
              <a:t>按一下以新增文字</a:t>
            </a:r>
            <a:endParaRPr lang="en-US" dirty="0" smtClean="0"/>
          </a:p>
        </p:txBody>
      </p:sp>
      <p:sp>
        <p:nvSpPr>
          <p:cNvPr id="12" name="內容版面配置區 2"/>
          <p:cNvSpPr>
            <a:spLocks noGrp="1"/>
          </p:cNvSpPr>
          <p:nvPr>
            <p:ph sz="quarter" idx="15"/>
          </p:nvPr>
        </p:nvSpPr>
        <p:spPr>
          <a:xfrm>
            <a:off x="467544" y="1628800"/>
            <a:ext cx="8208144" cy="4537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2618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AA31E-DDC7-4826-B9A8-A9CD0B0A2082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2"/>
          <p:cNvSpPr>
            <a:spLocks noGrp="1"/>
          </p:cNvSpPr>
          <p:nvPr>
            <p:ph sz="quarter" idx="14"/>
          </p:nvPr>
        </p:nvSpPr>
        <p:spPr>
          <a:xfrm>
            <a:off x="467544" y="548680"/>
            <a:ext cx="8208144" cy="56171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9633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FE18-79C4-4EF8-A418-12E8D4663815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9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898" y="5272990"/>
            <a:ext cx="6393462" cy="748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版面配置區 12"/>
          <p:cNvSpPr>
            <a:spLocks noGrp="1"/>
          </p:cNvSpPr>
          <p:nvPr>
            <p:ph type="body" sz="quarter" idx="14"/>
          </p:nvPr>
        </p:nvSpPr>
        <p:spPr>
          <a:xfrm>
            <a:off x="1763688" y="2802632"/>
            <a:ext cx="6624736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36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32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8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800" b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8493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9144000" cy="6839712"/>
          </a:xfrm>
          <a:prstGeom prst="rect">
            <a:avLst/>
          </a:prstGeom>
        </p:spPr>
      </p:pic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064ED-969C-41F4-916C-38CF05700DF3}" type="datetime1">
              <a:rPr lang="zh-TW" altLang="en-US" smtClean="0"/>
              <a:t>2018/8/30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458BB-6196-48AF-BDD5-228B4D7C2BA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標題 1"/>
          <p:cNvSpPr txBox="1">
            <a:spLocks/>
          </p:cNvSpPr>
          <p:nvPr userDrawn="1"/>
        </p:nvSpPr>
        <p:spPr>
          <a:xfrm>
            <a:off x="1731991" y="2922513"/>
            <a:ext cx="7232497" cy="79451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TW" altLang="en-US" sz="5400" dirty="0" smtClean="0"/>
              <a:t>按一下以編輯母片標題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2399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44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45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0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11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83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46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21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04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1807359" y="713171"/>
            <a:ext cx="5529282" cy="5431658"/>
            <a:chOff x="1763688" y="836712"/>
            <a:chExt cx="5529282" cy="5431658"/>
          </a:xfrm>
        </p:grpSpPr>
        <p:pic>
          <p:nvPicPr>
            <p:cNvPr id="5" name="Picture 2" descr="M:\B10.復華CI\簡報PPT\jpg\投研團隊-02.pn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83" t="10727" r="19248" b="9850"/>
            <a:stretch/>
          </p:blipFill>
          <p:spPr bwMode="auto">
            <a:xfrm>
              <a:off x="1763688" y="836712"/>
              <a:ext cx="5529282" cy="5431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14"/>
            <p:cNvSpPr>
              <a:spLocks noChangeArrowheads="1"/>
            </p:cNvSpPr>
            <p:nvPr/>
          </p:nvSpPr>
          <p:spPr bwMode="auto">
            <a:xfrm>
              <a:off x="2627784" y="1494160"/>
              <a:ext cx="1666055" cy="1574800"/>
            </a:xfrm>
            <a:prstGeom prst="rect">
              <a:avLst/>
            </a:prstGeom>
            <a:noFill/>
            <a:ln w="28575" algn="ctr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海外股票及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商品投研團隊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24</a:t>
              </a:r>
              <a:r>
                <a:rPr lang="zh-TW" altLang="en-US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</a:p>
          </p:txBody>
        </p:sp>
        <p:sp>
          <p:nvSpPr>
            <p:cNvPr id="7" name="Oval 15"/>
            <p:cNvSpPr>
              <a:spLocks noChangeArrowheads="1"/>
            </p:cNvSpPr>
            <p:nvPr/>
          </p:nvSpPr>
          <p:spPr bwMode="auto">
            <a:xfrm>
              <a:off x="4572000" y="1422152"/>
              <a:ext cx="1664516" cy="1574800"/>
            </a:xfrm>
            <a:prstGeom prst="rect">
              <a:avLst/>
            </a:prstGeom>
            <a:noFill/>
            <a:ln w="28575" algn="ctr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海內外</a:t>
              </a: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固定</a:t>
              </a:r>
            </a:p>
            <a:p>
              <a:pPr algn="ctr" eaLnBrk="1" hangingPunct="1">
                <a:spcBef>
                  <a:spcPct val="0"/>
                </a:spcBef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收益投研</a:t>
              </a: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團隊</a:t>
              </a:r>
              <a:endParaRPr lang="en-US" altLang="zh-TW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None/>
              </a:pPr>
              <a:r>
                <a:rPr lang="en-US" altLang="zh-TW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15</a:t>
              </a:r>
              <a:r>
                <a:rPr lang="zh-TW" altLang="en-US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  <a:endParaRPr lang="en-US" altLang="zh-TW" b="1" dirty="0">
                <a:solidFill>
                  <a:srgbClr val="C9A0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3635896" y="4453408"/>
              <a:ext cx="1687592" cy="1639888"/>
            </a:xfrm>
            <a:prstGeom prst="rect">
              <a:avLst/>
            </a:prstGeom>
            <a:noFill/>
            <a:ln w="28575" algn="ctr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大中華</a:t>
              </a: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股票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投研</a:t>
              </a: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團隊</a:t>
              </a:r>
              <a:endParaRPr lang="en-US" altLang="zh-TW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None/>
              </a:pPr>
              <a:r>
                <a:rPr lang="zh-TW" altLang="en-US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台灣</a:t>
              </a:r>
              <a:r>
                <a:rPr lang="en-US" altLang="zh-TW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11</a:t>
              </a:r>
              <a:r>
                <a:rPr lang="zh-TW" altLang="en-US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  <a:r>
                <a:rPr lang="en-US" altLang="zh-TW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/</a:t>
              </a:r>
              <a:r>
                <a:rPr lang="zh-TW" altLang="en-US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香港</a:t>
              </a:r>
              <a:r>
                <a:rPr lang="en-US" altLang="zh-TW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5</a:t>
              </a:r>
              <a:r>
                <a:rPr lang="zh-TW" altLang="en-US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  <a:endParaRPr lang="en-US" altLang="zh-TW" b="1" dirty="0">
                <a:solidFill>
                  <a:srgbClr val="C9A0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Oval 16"/>
            <p:cNvSpPr>
              <a:spLocks noChangeArrowheads="1"/>
            </p:cNvSpPr>
            <p:nvPr/>
          </p:nvSpPr>
          <p:spPr bwMode="auto">
            <a:xfrm>
              <a:off x="1939972" y="3230860"/>
              <a:ext cx="1664516" cy="1573213"/>
            </a:xfrm>
            <a:prstGeom prst="rect">
              <a:avLst/>
            </a:prstGeom>
            <a:noFill/>
            <a:ln w="28575" algn="ctr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台灣股票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投研團隊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22</a:t>
              </a:r>
              <a:r>
                <a:rPr lang="zh-TW" altLang="en-US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  <a:endParaRPr lang="zh-TW" altLang="en-US" b="1" dirty="0">
                <a:solidFill>
                  <a:srgbClr val="C9A0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5332680" y="3284984"/>
              <a:ext cx="1687592" cy="1638300"/>
            </a:xfrm>
            <a:prstGeom prst="rect">
              <a:avLst/>
            </a:prstGeom>
            <a:noFill/>
            <a:ln w="28575" algn="ctr">
              <a:noFill/>
              <a:round/>
              <a:headEnd/>
              <a:tailEnd/>
            </a:ln>
          </p:spPr>
          <p:txBody>
            <a:bodyPr wrap="none" anchor="ctr"/>
            <a:lstStyle>
              <a:defPPr>
                <a:defRPr lang="zh-TW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計量</a:t>
              </a: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及指數</a:t>
              </a:r>
              <a:endParaRPr lang="en-US" altLang="zh-TW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投</a:t>
              </a:r>
              <a:r>
                <a:rPr lang="zh-TW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研</a:t>
              </a:r>
              <a:r>
                <a:rPr lang="zh-TW" altLang="en-US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團隊</a:t>
              </a:r>
              <a:endParaRPr lang="en-US" altLang="zh-TW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None/>
              </a:pPr>
              <a:r>
                <a:rPr lang="zh-TW" altLang="en-US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台灣</a:t>
              </a:r>
              <a:r>
                <a:rPr lang="en-US" altLang="zh-TW" b="1" dirty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軟正黑體" panose="020B0604030504040204" pitchFamily="34" charset="-120"/>
                  <a:cs typeface="Arial" panose="020B0604020202020204" pitchFamily="34" charset="0"/>
                </a:rPr>
                <a:t>14</a:t>
              </a:r>
              <a:r>
                <a:rPr lang="zh-TW" altLang="en-US" b="1" dirty="0" smtClean="0">
                  <a:solidFill>
                    <a:srgbClr val="C9A06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位</a:t>
              </a:r>
              <a:endParaRPr lang="en-US" altLang="zh-TW" b="1" dirty="0">
                <a:solidFill>
                  <a:srgbClr val="C9A06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575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58BB-6196-48AF-BDD5-228B4D7C2BAA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67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自訂 1">
      <a:dk1>
        <a:srgbClr val="262627"/>
      </a:dk1>
      <a:lt1>
        <a:srgbClr val="FFFFFF"/>
      </a:lt1>
      <a:dk2>
        <a:srgbClr val="262627"/>
      </a:dk2>
      <a:lt2>
        <a:srgbClr val="FFFFFF"/>
      </a:lt2>
      <a:accent1>
        <a:srgbClr val="B82837"/>
      </a:accent1>
      <a:accent2>
        <a:srgbClr val="939396"/>
      </a:accent2>
      <a:accent3>
        <a:srgbClr val="B08F6E"/>
      </a:accent3>
      <a:accent4>
        <a:srgbClr val="00A0E9"/>
      </a:accent4>
      <a:accent5>
        <a:srgbClr val="E83828"/>
      </a:accent5>
      <a:accent6>
        <a:srgbClr val="F79646"/>
      </a:accent6>
      <a:hlink>
        <a:srgbClr val="0000FF"/>
      </a:hlink>
      <a:folHlink>
        <a:srgbClr val="800080"/>
      </a:folHlink>
    </a:clrScheme>
    <a:fontScheme name="FH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55</Words>
  <Application>Microsoft Office PowerPoint</Application>
  <PresentationFormat>如螢幕大小 (4:3)</PresentationFormat>
  <Paragraphs>25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April_Lin</dc:creator>
  <cp:lastModifiedBy>林家琪</cp:lastModifiedBy>
  <cp:revision>14</cp:revision>
  <dcterms:created xsi:type="dcterms:W3CDTF">2018-07-26T08:33:26Z</dcterms:created>
  <dcterms:modified xsi:type="dcterms:W3CDTF">2018-08-30T01:00:16Z</dcterms:modified>
</cp:coreProperties>
</file>